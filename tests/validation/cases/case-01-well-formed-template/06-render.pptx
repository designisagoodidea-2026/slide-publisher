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one sentence on why we're doing this retro now: it's the</a:t>
            </a:r>
          </a:p>
          <a:p>
            <a:r>
              <a:t>12-month mark, and the next funding cycle starts in six weeks.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in numbers — sets up the consumption framing later. Don't dwell.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throughline slide. Land the consumption gap and let it sit before</a:t>
            </a:r>
          </a:p>
          <a:p>
            <a:r>
              <a:t>moving on. Audience will instinctively start guessing why.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pillars; speaker can pause on each. The point: process beat artifacts.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comparison is shipped × consumed across tiers. Long-tail is where the</a:t>
            </a:r>
          </a:p>
          <a:p>
            <a:r>
              <a:t>investment leaked.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ratio: 31% of hours, 2.1% of renders. The implicit ask: stop</a:t>
            </a:r>
          </a:p>
          <a:p>
            <a:r>
              <a:t>investing in the long tail until consumption catches up.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quote that names the consumption-gap mechanism: docs gap, not API gap.</a:t>
            </a:r>
          </a:p>
          <a:p>
            <a:r>
              <a:t>Don't generalize from one quote — the bullet pairs with the metric above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ask. Land each pillar; the budget conversation hangs off pillar three.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Echoes the throughline. End on the reframe: shipping is not the goal.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next step + owner + date. Don't leave the audience without an action.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ta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system at 12 months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worked, what didn't, what's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started, twelve months ago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launched the system with three foundation kits — color, type, spacing — and one component library covering forms, navigation, and feedback patterns.</a:t>
            </a:r>
            <a:br/>
          </a:p>
          <a:p>
            <a:r>
              <a:t>37 components — Components at launch</a:t>
            </a:r>
            <a:br/>
            <a:r>
              <a:t>  (Goal at launch was 30.)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looks good. Consumption tells a different story.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product surface uses the system. But fewer than half of the components we shipped are actually rendering in production.</a:t>
            </a:r>
            <a:br/>
          </a:p>
          <a:p>
            <a:r>
              <a:t>100 % — Coverage (surfaces using ≥1 component)</a:t>
            </a:r>
          </a:p>
          <a:p>
            <a:r>
              <a:t>44 % — Consumption (components used in production)</a:t>
            </a:r>
            <a:br/>
            <a:r>
              <a:t>  (Of 37 shipped.)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things that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Token-first foundation. Color and type tokens went into every product team's pipeline within six weeks.</a:t>
            </a:r>
            <a:br/>
            <a:r>
              <a:t>• Office hours over docs. A weekly hour for consumers shipped more adoption than a quarter of docs revision.</a:t>
            </a:r>
            <a:br/>
            <a:r>
              <a:t>• Component owners. Each component had a named owner; bugs got fixed in days, not weeks.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Shipped vs. consumed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Foundation kits (color, type, spacing): 100% consumption.</a:t>
            </a:r>
            <a:br/>
            <a:r>
              <a:t>• High-traffic components (button, input, modal): 95% consumption.</a:t>
            </a:r>
            <a:br/>
            <a:r>
              <a:t>• Mid-tail (date picker, file upload, banner): 38% consumption.</a:t>
            </a:r>
            <a:br/>
            <a:r>
              <a:t>• Long-tail (29 specialized components): 7% consumption.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time went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1,840 hours — Engineering hours, long-tail components</a:t>
            </a:r>
            <a:br/>
            <a:r>
              <a:t>  (31% of total system hours.)</a:t>
            </a:r>
          </a:p>
          <a:p>
            <a:r>
              <a:t>2.1 % — Production renders, long-tail components</a:t>
            </a:r>
            <a:br/>
            <a:r>
              <a:t>  (Of total component renders.)</a:t>
            </a:r>
          </a:p>
          <a:p>
            <a:r>
              <a:t>0.4 per month — Bug reports, long-tail components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heard, in their words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two: invest in consumption, not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Stop shipping new long-tail components. Freeze the catalog at 37 until consumption hits 70%.</a:t>
            </a:r>
            <a:br/>
            <a:r>
              <a:t>• Build a docs lane: every component gets a 'when not to use this' section. Owner-authored, not docs-team-authored.</a:t>
            </a:r>
            <a:br/>
            <a:r>
              <a:t>• Track consumption as the headline metric. Coverage moves to a footnote.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system pays back when it's used, not when it ships.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We can ship the next 30 components and still not move the consumption number. Year two is about closing the gap on the 37 we already have.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the funding-cycle proposal lands Tuesday.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Two-page memo with the consumption-targets and the freeze proposal. I'll send it ahead of next week's leadership meeting.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system at 12 months: what worked, what didn't, what's next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