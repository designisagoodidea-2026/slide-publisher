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ta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Three-slide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middle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Three-slide deck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